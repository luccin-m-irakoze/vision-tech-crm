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VTC · CRM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Project — Full Documentation (Phases 1–4)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MUNEZERO IRAKOZE Luccin · Student ID 25815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SENG 8240 — Best Programming Practices and Design Patterns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Rutarindwa Jean Pierre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/ 2026, Semester II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CRM for Vision Technologies Company Ltd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Vue.js 3 + Spring Boot 3 + MySQL 8 + Docker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MVC architectural pattern end-to-end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four phases: Analysis → Prototype → Containerisation → Testing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40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Case study &amp; system analysis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Software prototype, design pattern, coding standards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Dockerisation &amp; version control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Software test plan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login → dashboard → leads → tickets → reports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40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§1 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Company Ltd (VTC)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East-African integrator: Security Systems, IT &amp; Telecom, ICT, Low-Voltage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Data-centre design, build and support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banks, telecoms, hospitals, manufacturing, government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across Rwanda, Kenya, Uganda, Burundi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40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§3 PAIN 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VTC needs a CRM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customer data across Excel, WhatsApp, e-mail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leads; no pipeline visibility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support workflow, SLA breaches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interaction history per customer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late, inconsistent reporting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40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§2 FUNCTIONAL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Diagram of VTC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functional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→ sales pipeline → customer onboarding → support → reporting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40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§4.1 USE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usecas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Admin, Sales Rep, Support Engineer, Manager, Customer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40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§4.2 CLASS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clas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entities, five enumerations, Customer as aggregate root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40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§4.3 ACTIVITY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— Lead → Customer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activity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for Closed-Lost and not-qualified loops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40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§4.4 SEQUENCE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Log call &amp; update stage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sequenc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→ Vue UI → REST API → Service → MySQL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40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§4.5 DEPLOYMENT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 — Containers &amp; Network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component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Docker containers · private bridge network · named volume mysql_data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40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(Composition API)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Vue Router 4 + Pinia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Chart.js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23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23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94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94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Spring Security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Lombok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stateless auth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17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17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88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Build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788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with InnoDB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npm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40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FOLDER TREE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Top-level: backend/, frontend/, docs/, docker-compose.yml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packages: controller · service · repository · model · dto · mapper · security · config · exception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folders: views · components · stores · router · services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spans 9 backend packages (controller, service, repository, model, dto, mapper, security, config, exception) and 6 frontend folders (views, components, stores, router, services, assets).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40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PROTOTYPE 1/4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</a:rPr>
              <a:t>(missing image: MISSING-SCREENSHOT-login.png)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screenshot of LoginPage.vue — email + password form with inline validation]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40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PROTOTYPE 2/4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KPI Cards &amp; Recent Activity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</a:rPr>
              <a:t>(missing image: MISSING-SCREENSHOT-dashboard.png)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screenshot of DashboardPage.vue — 4 KPI cards, leads-by-stage, recent activity feed]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40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PROTOTYPE 3/4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Kanban + Customers Table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</a:rPr>
              <a:t>(missing image: MISSING-SCREENSHOT-leads-customers.png)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two side-by-side screenshots: LeadsPage.vue Kanban + CustomersPage.vue table]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40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PROTOTYPE 4/4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+ Reports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</a:rPr>
              <a:t>(missing image: MISSING-SCREENSHOT-tickets-reports.png)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screenshots of TicketsPage.vue + ReportsPage.vue (bar + pie chart, CSV export)]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40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USER JOURNEYS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Representative User Journeys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rep: Login → Dashboard → Customers → Add → Edit → Delete → Logout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rep: Login → Leads → Create lead → Drag to Qualified → Reports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engineer: Login → Tickets → Create → Escalate → Resolve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40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DESIGN PATTERN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 — MVC End-to-End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entities (User, Customer, Lead…)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stores on the frontend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guard the boundary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23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23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94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94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Single-File Components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returned by REST API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shared components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17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17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88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788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@RestController + Service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+ store actions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 &amp; exception handler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40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MVC —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 in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entities: User, Customer, Lead, Interaction, SupportTicket, SalesOpportunity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Enumerations: Role, LeadStage, InteractionType, Priority, TicketStatus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stores: auth.js, customer.js, lead.js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stores hold pure state + async actions; they never touch the DOM, making them trivially unit-testable.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40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MVC — 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layer in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Login, Dashboard, Customers, CustomerDetail, Leads, Interactions, Tickets, Reports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components: AppShell, AppNavbar, AppSidebar, CustomerCard, LeadCard, TicketBadge…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Components with &lt;script setup&gt;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v-for use :key; v-if and v-for never combined; loading + error + success states on every page.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40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MVC — CONTROLLER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 in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 map URL → service → response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classes hold business logic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interfaces handle persistence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Browser → Vue View → Pinia action → Controller → Service → Repository → MySQL.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40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CODING STANDARDS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— Backend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Java Style Guide: 4-space indent, ≤ 100 cols, UpperCamelCase classes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lowerCamelCase methods, no wildcard imports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for boilerplate: @Getter, @Builder, @Data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 on every public class; comments for non-obvious logic only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/ 40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CODING STANDARDS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— Frontend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Style Guide: multi-word component names, &lt;script setup&gt;, typed props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:key on every v-for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utility classes + project-wide @layer components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for cross-page state; components never touch localStorage except through auth.js.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 / 40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CONTAINERS 101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Container?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isolated process bundling app + dependencies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host kernel — starts in milliseconds, small footprint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 runs identically on every machine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ship a full OS — containers ship just the 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 / 40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WHY DOCKER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 for this project?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'works on my laptop' issues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 needs only Docker + Git to run the system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guarantee data persists across container restarts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orchestrates the three services with one command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 / 40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DOCKERISATION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Dockerisation steps (general)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base images: eclipse-temurin:17-jdk-alpine, node:18-alpine, nginx:alpine, mysql:8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Dockerfile per service (multi-stage for compiled languages)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docker build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multiple containers with docker-compose.yml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docker compose up --build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 / 40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COMPOSE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component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 on vtc-net · named volume mysql_data · health checks gate the frontend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 / 40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BACKEND DOCKERFILE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Dockerfile — multi-stage build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Maven + JDK 17 → mvn -B -DskipTests package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eclipse-temurin:17-jdk-alpine runs the fat jar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calls /actuator/health every 20s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image &lt; 250 MB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 / 40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FRONTEND DOCKERFILE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Dockerfile — NGINX serves the SPA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node:18-alpine → npm run build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nginx:alpine serves /dist and proxies /api/* to backend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fallback try_files $uri $uri/ /index.html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hashed assets cached for one year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 / 40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VERSION CONTROL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Setup &amp; Branching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· .gitignore for Java + Vue + Docker · first commit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main (stable) · develop (integration) · feature/* per feature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via git remote add origin &amp;&amp; git push -u origin main develop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Commits: feat, fix, docs, style, refactor, test, chore, perf. PR-based merges into develop, then main at release.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 / 40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COMMITS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— feat / fix / docs / test / chore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</a:rPr>
              <a:t>(missing image: MISSING-SCREENSHOT-git-log.png)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screenshot of `git log --oneline --graph --all` after initial push]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 / 40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§1 + §2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O1–O8 align 1-to-1 with system requirements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backend API, frontend SPA, JWT/CORS, MySQL persistence, Docker stack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SMS/e-mail, multi-tenancy, full pen-testing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objectives align 1-to-1 with system requirements: auth/JWT, CRUD, pipeline, interactions, tickets, reports, robustness, Docker health.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 / 40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§3 + §4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 &amp;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275320" cy="914400"/>
        </p:xfrm>
        <a:graphic>
          <a:graphicData uri="http://schemas.openxmlformats.org/drawingml/2006/table">
            <a:tbl>
              <a:tblPr/>
              <a:tblGrid>
                <a:gridCol w="2758440"/>
                <a:gridCol w="2758440"/>
                <a:gridCol w="2758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 + Mockito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logic in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Test + MockMvc + H2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endpoints with in-memory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(manual)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+ checklist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cases against the live 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(auto)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Cypress (optional)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flows: login → CRUD → drag → 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concurrent users, p95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 +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JWT, CORS, 401/403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 / 40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§5 + §7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/ Exit Criteria &amp; Schedule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code compiles, docker stack healthy, seed data loaded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100% of 20 test cases executed; ≥ 95% unit pass 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All Critical / High defects fixed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execution schedule — unit → integration → manual → fix → perf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 / 40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§8 (EXCERPT)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— TC-01 to TC-08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275320" cy="914400"/>
        </p:xfrm>
        <a:graphic>
          <a:graphicData uri="http://schemas.openxmlformats.org/drawingml/2006/table">
            <a:tbl>
              <a:tblPr/>
              <a:tblGrid>
                <a:gridCol w="2068830"/>
                <a:gridCol w="2068830"/>
                <a:gridCol w="2068830"/>
                <a:gridCol w="20688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valid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login with correct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issued, redirect /dashboard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invalid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error, stays on 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Acme Ltd via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visible, DB row persisted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industry to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updated, 200 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removed, 204 No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'bank' in search 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to matching 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lead in NEW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in New column, 201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lead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New → 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200, DB stage updated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 / 40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TEST CODE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Integration Test Code in the Repo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CustomerServiceTest.java — 9 Mockito unit tests for CRUD + search + error paths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AuthServiceTest.java — 3 Mockito unit tests for login OK / bad / missing user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CustomerControllerIT.java — @SpringBootTest + MockMvc + H2, full JWT-authenticated CRUD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AuthControllerIT.java — @SpringBootTest covering TC-01 and TC-02 end-to-end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37 / 40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Alice (sales)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delete a customer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lead from New → Qualified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call interaction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a ticket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 &amp; export CSV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 / 40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LESSONS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keeps each layer small and replaceable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eliminated environment friction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+ mappers protect the model from API consumers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turn `git log` into a project timeline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 / 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MUNEZERO IRAKOZE Luccin · Student ID 25815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Rutarindwa Jean Pierre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github.com/&lt;your-username&gt;/vision-tech-crm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login: admin@visiontech.rw / Admin@123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 / 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AUCA · SENG 8240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Technologies CRM — Full Documentation Deck</dc:title>
  <dc:subject>PptxGenJS Presentation</dc:subject>
  <dc:creator>MUNEZERO IRAKOZE Luccin</dc:creator>
  <cp:lastModifiedBy>MUNEZERO IRAKOZE Luccin</cp:lastModifiedBy>
  <cp:revision>1</cp:revision>
  <dcterms:created xsi:type="dcterms:W3CDTF">2026-05-14T04:03:54Z</dcterms:created>
  <dcterms:modified xsi:type="dcterms:W3CDTF">2026-05-14T04:03:54Z</dcterms:modified>
</cp:coreProperties>
</file>